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6366F1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CallQA AI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Quality Assurance automatizado con IA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call centers bancarios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Prototipo — Minsait (Grupo Indra)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  ·   FastAPI   ·   Groq IA   ·   PostgreSQL   ·   $0 de coste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calidad se evalúa a ciegas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423160"/>
          </a:xfrm>
          <a:prstGeom prst="roundRect">
            <a:avLst>
              <a:gd name="adj" fmla="val 3774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84832"/>
            <a:ext cx="256786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161538"/>
            <a:ext cx="2238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las llamadas se auditan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90824" y="1828800"/>
            <a:ext cx="2567864" cy="2423160"/>
          </a:xfrm>
          <a:prstGeom prst="roundRect">
            <a:avLst>
              <a:gd name="adj" fmla="val 3774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0824" y="2084832"/>
            <a:ext cx="256786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55416" y="3161538"/>
            <a:ext cx="2238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llamadas/día revisa un supervisor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828800"/>
            <a:ext cx="2567864" cy="2423160"/>
          </a:xfrm>
          <a:prstGeom prst="roundRect">
            <a:avLst>
              <a:gd name="adj" fmla="val 3774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3008" y="2084832"/>
            <a:ext cx="256786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97600" y="3161538"/>
            <a:ext cx="2238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evaluar UNA sola llamada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75191" y="1828800"/>
            <a:ext cx="2567864" cy="2423160"/>
          </a:xfrm>
          <a:prstGeom prst="roundRect">
            <a:avLst>
              <a:gd name="adj" fmla="val 3774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5191" y="2084832"/>
            <a:ext cx="256786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39783" y="3161538"/>
            <a:ext cx="2238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criterio que varía entre evaluadores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Resultado: no se garantiza una calidad uniforme ni se detectan los problemas a tiempo.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evalúa el 100% de las llamadas, en minutos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supervisor sube los audios; la IA los transcribe, los analiza contra una rúbrica y entrega un reporte objetivo con scores y recomendaciones — sin escuchar nada a mano.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454298" cy="2194560"/>
          </a:xfrm>
          <a:prstGeom prst="roundRect">
            <a:avLst>
              <a:gd name="adj" fmla="val 4167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07792"/>
            <a:ext cx="3454298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3858768"/>
            <a:ext cx="31251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cobertura del equipo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68698" y="2651760"/>
            <a:ext cx="3454298" cy="2194560"/>
          </a:xfrm>
          <a:prstGeom prst="roundRect">
            <a:avLst>
              <a:gd name="adj" fmla="val 4167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68698" y="2907792"/>
            <a:ext cx="3454298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33290" y="3858768"/>
            <a:ext cx="31251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llamada (vs 20–30)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88757" y="2651760"/>
            <a:ext cx="3454298" cy="2194560"/>
          </a:xfrm>
          <a:prstGeom prst="roundRect">
            <a:avLst>
              <a:gd name="adj" fmla="val 4167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8757" y="2907792"/>
            <a:ext cx="3454298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53349" y="3858768"/>
            <a:ext cx="31251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coste de operación hoy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 ·  consistente  ·  escalable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llamada al reporte, en 4 pasos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85568" cy="2880360"/>
          </a:xfrm>
          <a:prstGeom prst="roundRect">
            <a:avLst>
              <a:gd name="adj" fmla="val 3679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76856"/>
            <a:ext cx="138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supervisor sube uno o varios audios (MP3 / WAV).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89072" y="31775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18256" y="1965960"/>
            <a:ext cx="2485568" cy="2880360"/>
          </a:xfrm>
          <a:prstGeom prst="roundRect">
            <a:avLst>
              <a:gd name="adj" fmla="val 3679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4288" y="224028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67428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78376" y="2276856"/>
            <a:ext cx="138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4288" y="301752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Groq · Whisper convierte la voz en texto con marcas de tiempo.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58688" y="31775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87872" y="1965960"/>
            <a:ext cx="2485568" cy="2880360"/>
          </a:xfrm>
          <a:prstGeom prst="roundRect">
            <a:avLst>
              <a:gd name="adj" fmla="val 3679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3904" y="224028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54390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47992" y="2276856"/>
            <a:ext cx="138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43904" y="301752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IA (Llama 3.3 70B) puntúa la rúbrica y detecta quién habla.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828303" y="31775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57487" y="1965960"/>
            <a:ext cx="2485568" cy="2880360"/>
          </a:xfrm>
          <a:prstGeom prst="roundRect">
            <a:avLst>
              <a:gd name="adj" fmla="val 3679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13519" y="224028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413519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117607" y="2276856"/>
            <a:ext cx="1388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3519" y="301752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Scores por dimensión, score NPS, recomendaciones y PDF.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EVALÚA LA 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rúbrica que el negocio configura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6654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Saludo y protocolo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0752" y="206654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950208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Asertividad y tono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8346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5968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Promociones / productos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66160" y="2596896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8346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950208" y="25968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Cumplimiento normativo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0273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3649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Resolución efectiva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66160" y="3364992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360273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3950208" y="33649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Manejo de objeciones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133088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37083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330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Sentimiento del cliente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1828800"/>
            <a:ext cx="5242255" cy="3246120"/>
          </a:xfrm>
          <a:prstGeom prst="roundRect">
            <a:avLst>
              <a:gd name="adj" fmla="val 2817"/>
            </a:avLst>
          </a:prstGeom>
          <a:solidFill>
            <a:srgbClr val="212B49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05740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dimensión: score 0–100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20840" y="2697480"/>
            <a:ext cx="46021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global tipo NPS (ponderado por pesos)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Subcategorías activables por dimensión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Añade tus propias categorías y subcategorías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IA evalúa SOLO lo que el negocio decide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 todo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71576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17296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cualquier PC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6060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2606040"/>
            <a:ext cx="82296" cy="1143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271576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7288" y="317296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Vercel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606040"/>
            <a:ext cx="82296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271576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317296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Render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1160" y="1783080"/>
            <a:ext cx="2359152" cy="1051560"/>
          </a:xfrm>
          <a:prstGeom prst="roundRect">
            <a:avLst>
              <a:gd name="adj" fmla="val 8696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1783080"/>
            <a:ext cx="82296" cy="1051560"/>
          </a:xfrm>
          <a:prstGeom prst="rect">
            <a:avLst/>
          </a:prstGeom>
          <a:solidFill>
            <a:srgbClr val="9AA6C0"/>
          </a:solidFill>
          <a:ln/>
        </p:spPr>
      </p:sp>
      <p:sp>
        <p:nvSpPr>
          <p:cNvPr id="18" name="Text 16"/>
          <p:cNvSpPr/>
          <p:nvPr/>
        </p:nvSpPr>
        <p:spPr>
          <a:xfrm>
            <a:off x="9482328" y="18928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82328" y="23500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· Render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3611880"/>
            <a:ext cx="2359152" cy="1143000"/>
          </a:xfrm>
          <a:prstGeom prst="roundRect">
            <a:avLst>
              <a:gd name="adj" fmla="val 8000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1160" y="3611880"/>
            <a:ext cx="82296" cy="1143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482328" y="37216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82328" y="41788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 + Llama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34056" y="3177540"/>
            <a:ext cx="475488" cy="0"/>
          </a:xfrm>
          <a:prstGeom prst="line">
            <a:avLst/>
          </a:prstGeom>
          <a:noFill/>
          <a:ln w="28575">
            <a:solidFill>
              <a:srgbClr val="6366F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14416" y="3177540"/>
            <a:ext cx="603504" cy="0"/>
          </a:xfrm>
          <a:prstGeom prst="line">
            <a:avLst/>
          </a:prstGeom>
          <a:noFill/>
          <a:ln w="28575">
            <a:solidFill>
              <a:srgbClr val="6366F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331720" y="27934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0096" y="27934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REST/JSON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13648" y="3177540"/>
            <a:ext cx="658368" cy="-873252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13648" y="3177540"/>
            <a:ext cx="658368" cy="1001268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conecta todo: cada cambio se redespliega solo en Vercel y Render.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TECNOLÓGICO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usa — y por qué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0"/>
                <a:gridCol w="3685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Next.js 14 · TypeScript · Tailwind · TanStack Query · Recharts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Web moderna y rápida; gratis en Vercel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· FastAPI · SQLAlchemy · Alembic · Pydantic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API veloz y tipada, con documentación automática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Groq · Whisper large v3 · Llama 3.3 70B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Transcripción + análisis, gratis y portable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PostgreSQL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Confiable, escalable, con JSON nativo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JWT · bcrypt · enmascarado · CORS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Estándares de seguridad de la industria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· GitHub · Vercel · Render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ECF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Despliegue automático; coste $0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INTELIGENCIA ARTIFICIAL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hoy, portable a Azure mañana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554480"/>
          </a:xfrm>
          <a:prstGeom prst="roundRect">
            <a:avLst>
              <a:gd name="adj" fmla="val 5882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TRANSCRIPCIÓN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Whisper large v3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Voz → texto, 92%+ de precisión. Gratis.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554480"/>
          </a:xfrm>
          <a:prstGeom prst="roundRect">
            <a:avLst>
              <a:gd name="adj" fmla="val 5882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94767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53048" y="22860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53048" y="277063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“criterio” que puntúa la rúbrica. Gratis.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212B49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91440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1363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factory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cambiar UNA variable de entorno, el análisis pasa a Azure OpenAI + Azure AI Speech (la infraestructura del Grupo Indra) — o a Claude / GPT-4 — sin reescribir el sistema.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DESTACA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diferenciadores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operación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Groq gratis para IA + hosting gratis (Vercel y Render).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7298" y="21488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Azure-ready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643018" y="31089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 Indra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8738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 a Azure sin rehacer el sistema, gracias al patrón factory.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88757" y="178308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7357" y="21488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rúbrica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463077" y="31089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configurable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8797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negocio decide qué evalúa la IA: pesos, subcategorías y nuevas categorías.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IMPACTO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CallQA AI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365760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(manual)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CallQA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por llamada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en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Hora-supervisor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(Groq)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incidentes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/ semanas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Y SIGUIENTES PASOS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honesto, con camino claro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71F38"/>
          </a:solidFill>
          <a:ln w="12700">
            <a:solidFill>
              <a:srgbClr val="2D385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(prueba de concepto)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 funcional, publicada y gratis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Solo audios de prueba / sintéticos por ahora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datos reales sin visto bueno de Compliance / DPO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audio se procesa en un proveedor externo (Groq)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gratis: la 1ª carga tarda ~40 s en “despertar”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2331720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Piloto controlado con 5–10 ejecutivos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92824" y="2898648"/>
            <a:ext cx="0" cy="146304"/>
          </a:xfrm>
          <a:prstGeom prst="line">
            <a:avLst/>
          </a:prstGeom>
          <a:noFill/>
          <a:ln w="19050">
            <a:solidFill>
              <a:srgbClr val="2D3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044952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3044952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Validar la IA contra evaluación humana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92824" y="3611880"/>
            <a:ext cx="0" cy="146304"/>
          </a:xfrm>
          <a:prstGeom prst="line">
            <a:avLst/>
          </a:prstGeom>
          <a:noFill/>
          <a:ln w="19050">
            <a:solidFill>
              <a:srgbClr val="2D38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758184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758184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Migrar a Azure / producción (Indra)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92824" y="4325112"/>
            <a:ext cx="0" cy="146304"/>
          </a:xfrm>
          <a:prstGeom prst="line">
            <a:avLst/>
          </a:prstGeom>
          <a:noFill/>
          <a:ln w="19050">
            <a:solidFill>
              <a:srgbClr val="2D38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47141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471416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Integración con el sistema telefónico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6366F1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CallQA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cobertura.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$0.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escalar.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41248" y="4526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Siguiente paso sugerido: un piloto con 5–10 ejecutivos y validación contra evaluación humana.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vivo:  callqa-ai.vercel.app      ·      admin@callqa.com / Admin123!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CallQA AI — Presentacion</dc:title>
  <dc:subject>PptxGenJS Presentation</dc:subject>
  <dc:creator>CallQA AI</dc:creator>
  <cp:lastModifiedBy>CallQA AI</cp:lastModifiedBy>
  <cp:revision>1</cp:revision>
  <dcterms:created xsi:type="dcterms:W3CDTF">2026-06-02T20:30:29Z</dcterms:created>
  <dcterms:modified xsi:type="dcterms:W3CDTF">2026-06-02T20:30:29Z</dcterms:modified>
</cp:coreProperties>
</file>